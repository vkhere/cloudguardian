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720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657600" cy="36576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-1463040"/>
            <a:ext cx="2377440" cy="237744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19659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CloudGuardian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0" y="2788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3 - Remediate and Govern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90288" y="3429000"/>
            <a:ext cx="0" cy="822960"/>
          </a:xfrm>
          <a:prstGeom prst="line">
            <a:avLst/>
          </a:prstGeom>
          <a:noFill/>
          <a:ln w="25400">
            <a:solidFill>
              <a:srgbClr val="3D8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3520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Roorkee - PG Certificate in AI Powered Cybersecurity
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- Microsoft Azure Track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Kedar Pavaskar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foundation this week's automation depends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9584" cy="4206240"/>
          </a:xfrm>
          <a:prstGeom prst="roundRect">
            <a:avLst>
              <a:gd name="adj" fmla="val 3109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38100" dir="5400000">
              <a:srgbClr val="9AA6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Break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Azure workload via Terraform, 16 deliberate misconfigurations across IAM, storage, networking, encryption, logging.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828800"/>
            <a:ext cx="3529584" cy="4206240"/>
          </a:xfrm>
          <a:prstGeom prst="roundRect">
            <a:avLst>
              <a:gd name="adj" fmla="val 3109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38100" dir="5400000">
              <a:srgbClr val="9AA6C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148840"/>
            <a:ext cx="411480" cy="41148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7432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Prioritize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08576" y="3337560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CSPM tools cross-referenced into one findings schema; CVSS x Exposure x Blast-Radius risk scoring; LLM explanations verified against raw scanner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828800"/>
            <a:ext cx="3529584" cy="4206240"/>
          </a:xfrm>
          <a:prstGeom prst="roundRect">
            <a:avLst>
              <a:gd name="adj" fmla="val 3109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439912" y="2148840"/>
            <a:ext cx="411480" cy="41148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94192" y="27432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Remediate &amp; Govern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4192" y="3337560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safe automated fixes, human approval gate, continuous drift detection, privacy-preserving LLM calls, full compliance crosswalk.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safely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3258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6 well-understood, reversible controls without a human touching a keyboard - for low-risk findings only.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1088136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on approval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2402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High/Critical findings require an explicit human Approve before anything changes.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1088136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Govern, not just fix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1546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daily that a remediated control hasn't silently drifted back.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58768"/>
            <a:ext cx="1088136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privacy in the loop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4069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identifying data before any LLM call; hard-block the call if anything leaks.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773168"/>
            <a:ext cx="1088136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compliance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49834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control to ISO 27001 Annex A, Microsoft Cloud Security Benchmark, and DPDP Act 2023.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Remediation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4450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93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Findings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76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17520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9293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Topic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22768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evgt-cloudguardian-findings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263140"/>
            <a:ext cx="3657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1252728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3E7F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307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severity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655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filter: data.severity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496312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3E7F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551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 severity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898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filter: data.severity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263140"/>
            <a:ext cx="548640" cy="-621792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2263140"/>
            <a:ext cx="548640" cy="621792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1252728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3D8BFF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0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16550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auto_remediate (Event Grid trigger)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21040" y="1641348"/>
            <a:ext cx="54864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69680" y="249631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6E4EBE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25511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(ACS Email)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321040" y="2884932"/>
            <a:ext cx="54864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69680" y="39776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3D8BFF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0" y="40325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0" y="43799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execute-remediation (HTTP, post-approval)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41280" y="3273552"/>
            <a:ext cx="0" cy="704088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52160" y="39776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3E7F2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4032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Remediation Modules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3799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dispatcher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69680" y="4366260"/>
            <a:ext cx="-54864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17520" y="3977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44506B"/>
          </a:solidFill>
          <a:ln/>
        </p:spPr>
      </p:sp>
      <p:sp>
        <p:nvSpPr>
          <p:cNvPr id="35" name="Text 33"/>
          <p:cNvSpPr/>
          <p:nvPr/>
        </p:nvSpPr>
        <p:spPr>
          <a:xfrm>
            <a:off x="3108960" y="40325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Azure Resources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08960" y="4379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SQL / Key Vault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4366260"/>
            <a:ext cx="-54864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8640" y="39776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7204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032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43799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(KQL)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17520" y="4366260"/>
            <a:ext cx="-3657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Account (daily): re-checks all 6 controls, flags drift without silently re-fixing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Safe, Idempotent, Reversible Fixes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029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/ MCSB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storage_public_access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account-level anonymous blob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3.6 / MCSB DP-2, NS-2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HTTPS-only + TLS 1.2 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3.1, 3.12 / MCSB DP-3, DP-4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diagnostic_logging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Re-attach diagnostics to Log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5.1.x / MCSB LT-3, LT-4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sql_encryption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Transparent Data 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4.1.1 / MCSB DP-4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keyvault_firewall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ACL default action -&gt; Deny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MCSB NS-2, DP-8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required governance 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MCSB GS-1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are boolean/property toggles - no destructive operations, all idempotent, all reversible.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Approval Gate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542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Grid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99923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 High/Critical finding to the Logic App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33472" y="3246120"/>
            <a:ext cx="128016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61488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898648" y="2542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98648" y="299923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to the Function App, which emails the approver Approve/Reject links via Azure Communication Services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3246120"/>
            <a:ext cx="128016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74336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11496" y="2542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11496" y="299923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finding, severity, resource, proposed fix - clicks Approve or Reject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59168" y="3246120"/>
            <a:ext cx="128016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87184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3D8B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24344" y="2542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24344" y="299923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click hits the Function's approval_decision endpoint directly - remediation executes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00032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B8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9537192" y="2542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/ no 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37192" y="299923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is left untouched; the decision itself is the audit record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does not just log a decision - it is the ONLY thing that authorizes the Function to make a live change.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Governance: Remediation Isn't a One-Time Fix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730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Account runbook re-checks all 6 controls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Test-RemediationDrift.ps1 runs as the Automation Account's own Managed Identity - same read-only calls an auditor would make.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4572000" cy="0"/>
          </a:xfrm>
          <a:prstGeom prst="line">
            <a:avLst/>
          </a:prstGeom>
          <a:noFill/>
          <a:ln w="12700">
            <a:solidFill>
              <a:srgbClr val="3D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drift. Does NOT silently re-fix 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a signal a human should look at - was it accidental, or a deliberate, approved exception?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92224"/>
            <a:ext cx="146304" cy="14630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64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public access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450592"/>
            <a:ext cx="146304" cy="14630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225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HTTPS/TLS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3108960"/>
            <a:ext cx="146304" cy="14630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9809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logging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767328"/>
            <a:ext cx="146304" cy="14630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6393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4425696"/>
            <a:ext cx="146304" cy="14630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firewall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5084064"/>
            <a:ext cx="146304" cy="14630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956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LLM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3E7F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1945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Tokenize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69748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subscription_id, object_id, upn, resource_name, principal_name -&gt; deterministic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54680" y="3063240"/>
            <a:ext cx="1371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B8324A"/>
          </a:solidFill>
          <a:ln/>
        </p:spPr>
      </p:sp>
      <p:sp>
        <p:nvSpPr>
          <p:cNvPr id="8" name="Text 6"/>
          <p:cNvSpPr/>
          <p:nvPr/>
        </p:nvSpPr>
        <p:spPr>
          <a:xfrm>
            <a:off x="3456432" y="21945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Verify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56432" y="269748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guardrail re-scans the FINAL outbound payload; raises PrivacyLeakError and BLOCKS the call on any match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3063240"/>
            <a:ext cx="1371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3D8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21945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Call LLM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99632" y="269748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tokens (RESOURCE_1, UPN_1...) ever leave the Azure boundary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41080" y="3063240"/>
            <a:ext cx="1371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77824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3E7F2"/>
          </a:solidFill>
          <a:ln/>
        </p:spPr>
      </p:sp>
      <p:sp>
        <p:nvSpPr>
          <p:cNvPr id="16" name="Text 14"/>
          <p:cNvSpPr/>
          <p:nvPr/>
        </p:nvSpPr>
        <p:spPr>
          <a:xfrm>
            <a:off x="8942832" y="21945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Detokenize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42832" y="269748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values restored only after the response returns, inside Azure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663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2025: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3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security safeguards include “encryption, obfuscation, masking, or the use of virtual tokens mapped to specific personal data.” This pipeline implements that safeguard literally, for UPNs and tenant identifiers.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Crosswalk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mapped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2F5FA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references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2F5F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Cloud Security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(v1, GA)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1540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2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05256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 notified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 Nov 2025)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row-by-row mapping: Week3_Compliance_Crosswalk.xlsx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 2023 status - stated accurately, not oversold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notified 14 Nov 2025.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Board instituted immediately. Consent Manager registration from Nov 2026.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compliance duties - security safeguards, breach notification - become mandatory 13 May 2027.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CloudGuardian's privacy pipeline is built ahead of the mandatory date, not because it is currently required.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Design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System-Assigned Managed Identity only - no stored secret, no service principal password anywhere in this stack.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5FA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RBAC role scoped to exactly the actions 6 remediations need - not built-in Contributor.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5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firewall changes are approval-gated even at low severity - the one control that could break a legitimate caller.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5204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749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default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2519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remediation, approval, and drift check is independently logged and queryable via KQL.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- What You're About to See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417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 real misconfiguration by hand (Storage public access)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331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finding to Event Grid (curl - simulates Week 2's pipeline)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24612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3246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severity -&gt; auto-remediates in seconds, no human involved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416052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(SQL encryption) -&gt; approval email arrives -&gt; Approve -&gt; Function executes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507492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5074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 Analytics live: one KQL query shows both remediations in the audit trail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M365 mailbox would have blocked the lab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approval design used the Office 365 Outlook connector's Send-email action, which needs a real Microsoft 365 mailbox and a manual OAuth click. Redesigned around Azure Communication Services Email (Managed Identity auth) with the Function App handling the Approve/Reject branch - removed the M365 dependency AND the azapi provider it also required, simplifying the stack as a side effect.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SDK vs. Portal terminology drift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 is an attribute on the database, not a separate resource - consistent with what Week 1 already taught about azurerm_mssql_database_transparent_data_encryption not existing.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privacy bug caught by testing, not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tokenizer regex missed hyphen-less storage account names in free text - fixed by tokenizing known structured values as exact literals first, regex only as a last-resort net.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tooling friction (Week 1 carryover)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Prowler's MAX_PATH limit, PowerShell COM [ref] marshalling - same discipline of diagnose-and-fix-sequentially applied again this week.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this week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892808"/>
            <a:ext cx="128016" cy="12801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remediation functions, idempotent &amp; dry-run capable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395728"/>
            <a:ext cx="128016" cy="12801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58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routing by severity (Event Grid)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898648"/>
            <a:ext cx="128016" cy="12801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614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 (Logic App + ACS Email)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01568"/>
            <a:ext cx="128016" cy="12801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644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drift-detection governance runbook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904488"/>
            <a:ext cx="128016" cy="12801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673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Privacy-preserving, leakage-guarded LLM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407408"/>
            <a:ext cx="128016" cy="12801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70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 27001 / MCSB / DPDP crosswalk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1892808"/>
            <a:ext cx="128016" cy="128016"/>
          </a:xfrm>
          <a:prstGeom prst="ellipse">
            <a:avLst/>
          </a:prstGeom>
          <a:solidFill>
            <a:srgbClr val="6E4EBE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755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existing Streamlit dashboard to live Function/Logic App status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2578608"/>
            <a:ext cx="128016" cy="128016"/>
          </a:xfrm>
          <a:prstGeom prst="ellipse">
            <a:avLst/>
          </a:prstGeom>
          <a:solidFill>
            <a:srgbClr val="6E4EB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4414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drift runbook to open a tracked ticket automatically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3264408"/>
            <a:ext cx="128016" cy="128016"/>
          </a:xfrm>
          <a:prstGeom prst="ellipse">
            <a:avLst/>
          </a:prstGeom>
          <a:solidFill>
            <a:srgbClr val="6E4EBE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from 6 to the full misconfiguration catalogue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3950208"/>
            <a:ext cx="128016" cy="128016"/>
          </a:xfrm>
          <a:prstGeom prst="ellipse">
            <a:avLst/>
          </a:prstGeom>
          <a:solidFill>
            <a:srgbClr val="6E4EB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8130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Key Vault access from function keys to Azure AD Easy Auth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- Week 3: Remediate &amp; Govern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Kedar Pavaskar  |  CloudGuardian  |  IIT Roorkee PG Certificate in AI Powered Cybersecurity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2026-07-11T13:33:01Z</dcterms:created>
  <dcterms:modified xsi:type="dcterms:W3CDTF">2026-07-11T13:33:01Z</dcterms:modified>
</cp:coreProperties>
</file>